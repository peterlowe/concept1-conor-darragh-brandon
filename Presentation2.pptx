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048AE-FE37-41EC-900B-94BBBE25F180}" v="100" dt="2021-11-12T13:46:34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F9FC-D328-4076-A7FE-DE5A4052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1CD6-75AD-43FF-8E33-5ADE9CDA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You get to play as the one and only Vin Diesel</a:t>
            </a:r>
          </a:p>
          <a:p>
            <a:r>
              <a:rPr lang="en-US" dirty="0">
                <a:cs typeface="Calibri"/>
              </a:rPr>
              <a:t>You can also drive a Honda civic in space</a:t>
            </a:r>
          </a:p>
        </p:txBody>
      </p:sp>
    </p:spTree>
    <p:extLst>
      <p:ext uri="{BB962C8B-B14F-4D97-AF65-F5344CB8AC3E}">
        <p14:creationId xmlns:p14="http://schemas.microsoft.com/office/powerpoint/2010/main" val="4178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CC46-1FD2-49AE-8295-186419E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Market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00E67-261B-4140-8B75-CC956A96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No games beats it in any aspect</a:t>
            </a:r>
          </a:p>
          <a:p>
            <a:r>
              <a:rPr lang="en-US" dirty="0">
                <a:cs typeface="Calibri"/>
              </a:rPr>
              <a:t>Absolute chads will love it</a:t>
            </a:r>
          </a:p>
          <a:p>
            <a:r>
              <a:rPr lang="en-US" dirty="0">
                <a:cs typeface="Calibri"/>
              </a:rPr>
              <a:t>Its </a:t>
            </a:r>
            <a:r>
              <a:rPr lang="en-US" dirty="0" err="1">
                <a:cs typeface="Calibri"/>
              </a:rPr>
              <a:t>gonna</a:t>
            </a:r>
            <a:r>
              <a:rPr lang="en-US" dirty="0">
                <a:cs typeface="Calibri"/>
              </a:rPr>
              <a:t> make a lot of money</a:t>
            </a:r>
          </a:p>
        </p:txBody>
      </p:sp>
    </p:spTree>
    <p:extLst>
      <p:ext uri="{BB962C8B-B14F-4D97-AF65-F5344CB8AC3E}">
        <p14:creationId xmlns:p14="http://schemas.microsoft.com/office/powerpoint/2010/main" val="422052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Key features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(Student) - Darragh Cunningham</cp:lastModifiedBy>
  <cp:revision>23</cp:revision>
  <dcterms:created xsi:type="dcterms:W3CDTF">2021-11-12T13:43:35Z</dcterms:created>
  <dcterms:modified xsi:type="dcterms:W3CDTF">2021-11-12T13:48:25Z</dcterms:modified>
</cp:coreProperties>
</file>