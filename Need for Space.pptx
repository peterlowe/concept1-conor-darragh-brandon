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0F52E-DDD6-4CFA-AC22-A43A3EE809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190397-5184-4F47-964D-A6F749CA90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B15C5-1A99-4E66-B55E-21A0D5550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56361-CFD0-4FB5-8B55-FFC479826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ED1854-953C-4EA1-BCD6-CD317CEBC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92681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A6460-876E-42BF-BF77-CD5C39B01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32AC0-FB6D-4583-91EB-30152C0550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946484-2DFA-4001-90E0-82256CF29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AF231-9ECE-4F71-A7CA-E8F5B1EA1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C055E7-3F21-4583-9C33-9959CABAD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270393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1E3CF-D836-46D0-B1F7-5778A220BE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9FD2AA-B405-473E-BAB7-6ABFEA8B8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D6109-349C-4505-89A4-C481FF985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7A09A-572A-4D0E-949E-1A8D1A3C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784317-75AB-4C16-AC54-3941A39D1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66919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C015C-4936-4A5C-8A56-473F4E6DB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705C-8B11-4D48-8A4A-DA9CB9B37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A7C32-D4E8-4B1B-BFF8-9D83974A6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80E15B-DE64-485B-9B89-D53E161DF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2DAAED-F32B-4559-A9FA-DADDEAE8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904B9D-DF67-4E61-A2BE-B279BC72B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975354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07557-69E8-40B1-A316-8BBB1FAA4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E817CE-9031-4D14-B3BF-93383036E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D0511-7074-4241-883F-82CDBD0467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D05F8C-C0A5-4F5A-9657-A6CA9EA1AB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AAA81B-E064-4483-B353-EA0793F3E4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52A0CE-1A21-40AC-BD92-519621D20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6B6E74-0231-4581-B238-19B14ABBA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C4780C-E5CE-44D5-9119-5E47844A1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2399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A3933-9C75-4C78-8025-418814C2A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CAECCD-BE9A-4836-8177-76F0CAC6F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2361EC-34D6-456F-853D-77EA3CCBD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BEABC-38E1-4A69-BEEA-C6DF001CD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72613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F1A294-1845-49EF-8A80-8B5383259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D78B60-4843-470B-8D58-64EF02C0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E25CD-7E79-4E1D-BE3B-1699FE7CB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55863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EA5E6-919C-418F-8158-C54D40F2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08BA6-E281-4FFF-9BE7-0058AF510B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7BBF59-8836-4A0F-901A-013BB6533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4F9E0-B8FB-4F66-A487-7D625953F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3D6B4C-01A0-41EA-B22C-1A2B653F0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69D957-4C49-474F-93B6-DA654E39D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391689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04C2F-E991-452E-A5A0-0C356A9E5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57B973-3B60-48E8-B5C0-6C8FCC3BD0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28670B-4EAD-4B6F-BCD3-DD56564B1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81C703-B678-48D5-B3FB-EB4136592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DCDEF-65E9-4239-A980-DF1563589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FD022-E17C-40EB-833A-038F789CC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24749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74647-9BC7-4D2D-836C-33BD297B2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CF1CF9-F85E-4150-A00D-840BE86BD6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A9177-75A6-488A-894F-94A360D5C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4F02B8-4CB3-49E4-8F33-093CD27F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CBC51-2E20-4FE3-A6EC-24B9317AC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139577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639820-5596-421D-BC90-39B6ED24A5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56C59-D899-403E-8E7E-92650D175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054362-9FA4-4CEF-A1A1-785E167AD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197C1-35FE-49DB-90AC-BDE83C70F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D3FACC-6EAA-4982-9AF9-A9544EA8C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05215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EE68E2-FB18-4024-A725-BF0D55B330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9346E0-90B8-4353-B9BB-2B28BF371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3286C6-0C6C-4226-AE79-D5E1F0C9FD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17DAC-CFCB-42D9-A05E-1D508EA493EC}" type="datetimeFigureOut">
              <a:rPr lang="en-IE" smtClean="0"/>
              <a:t>12/11/2021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F2F95-AED7-4444-BAD1-79477F6C0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0C210-989B-426C-BA2D-973398A41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FF7FF-A377-4E3C-8DA9-9C9E3831C6BE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4454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D1101-137D-4E2A-BD01-CCAE5D5A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Pillars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5FFCC-4552-481B-B2C2-9881ED37E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3d Race environments</a:t>
            </a:r>
          </a:p>
          <a:p>
            <a:r>
              <a:rPr lang="en-IE" dirty="0"/>
              <a:t>Breath-taking tracks</a:t>
            </a:r>
          </a:p>
          <a:p>
            <a:r>
              <a:rPr lang="en-IE" dirty="0"/>
              <a:t>Space hazards</a:t>
            </a:r>
          </a:p>
          <a:p>
            <a:r>
              <a:rPr lang="en-IE" dirty="0"/>
              <a:t>Take off and landing </a:t>
            </a:r>
            <a:r>
              <a:rPr lang="en-IE" dirty="0" err="1"/>
              <a:t>mechaincs</a:t>
            </a:r>
            <a:endParaRPr lang="en-IE" dirty="0"/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894127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16574-C7BB-42E3-9696-020001F9A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Gameplay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3CCB4-C8E6-4A58-AB6F-B01A58DE9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Racing against other players in  a space race</a:t>
            </a:r>
          </a:p>
        </p:txBody>
      </p:sp>
    </p:spTree>
    <p:extLst>
      <p:ext uri="{BB962C8B-B14F-4D97-AF65-F5344CB8AC3E}">
        <p14:creationId xmlns:p14="http://schemas.microsoft.com/office/powerpoint/2010/main" val="20683125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Pillars</vt:lpstr>
      <vt:lpstr>Gameplay description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Pillars</dc:title>
  <dc:creator>Brandon Cameron</dc:creator>
  <cp:lastModifiedBy>Brandon Cameron</cp:lastModifiedBy>
  <cp:revision>1</cp:revision>
  <dcterms:created xsi:type="dcterms:W3CDTF">2021-11-12T13:40:52Z</dcterms:created>
  <dcterms:modified xsi:type="dcterms:W3CDTF">2021-11-12T13:46:31Z</dcterms:modified>
</cp:coreProperties>
</file>