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ECCF-7B4E-4B7A-82F3-B05788CC3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EA207-877C-4778-8B78-5C4441EBB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33F1-4640-4105-AF90-71487F8D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99E3-CC59-4F06-A1D3-712D4D60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17437-1ADF-41E8-8684-85C3D7F2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1472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0C1E-FCBD-4126-B596-E862015B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1A53E-59AB-4E55-9DFE-20E644F3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6FAF-E5E7-4EB5-817D-E215C877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58AB3-E5C2-410C-BC9E-177338F7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FC3AC-354B-4F52-962F-456BACBF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2266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D92D-92EE-4446-A9D4-02657C7B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2D640-65EB-4B35-9935-A92D5929B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6134A-06C7-4421-BABA-F9384091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EC9B1-3265-4D64-BCF5-DAED800FB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8D25B-0FA3-4BE7-A14E-203FB0E5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547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98FB-118E-4390-ABAE-815DBE4AF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CACBE-1651-415F-AEA5-DC46EEB5B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84A2B-CCDE-424A-8CFB-8802D4810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BB5F8-F73E-4CCF-8499-44A40E8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3EB74-C4D9-4352-A1B2-9D6591B1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90265-D9C1-48A6-BE40-722337B18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063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4CB6-C267-4774-ADCD-69B61772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56CB1-B86A-4A8C-AC6F-1BA14FCDF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2E919-2312-4D73-B85A-9BB70535E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33C30-350E-47CA-B920-05393D168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2A146-2D71-44C5-A38D-EB5459D64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7DDD3-6949-4324-94BA-AFF78BBB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E0327-0A23-43F0-9B32-99AE83EA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46353-694E-43B8-882F-FD626DCB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57512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C525-5124-412E-AC5A-A5BA9BB3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4BC91-146E-45E8-9407-E12FC122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6111D-CA29-4FEB-951E-C041F19E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80C0B-7209-4BCA-B631-A81872328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865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9B85F1-459D-4401-BCB0-9CB03866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55C2E-2AC9-45A9-BA06-C59EA13D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A09A6-643F-4312-BF00-FE8624DE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3176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37808-CE96-4A49-9B85-FA7BD37A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37B07-F10C-407A-8A60-07C4583E3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BA57C-BE79-4A4D-96E5-A2CB6BD74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3CC54-2869-439C-944A-3E966A5E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BAF7C-F4C5-43EB-B082-AD5125214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766B-B7B7-4183-86A8-7CC8B025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9502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8492D-E175-47A8-BA47-F1F351B3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D269DF-FC63-4F68-AD6A-FE108D3C6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3F0AA-B106-4BB1-B51F-6E03A5987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F3B3A-905E-4DDC-80B3-09544D079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21D2E-0D0D-4E5A-BA39-18EED6BF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A2118-5CAC-47D8-9304-3902F34D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581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8A5D-5D42-417B-AC94-3E31FDE0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78A4C0-4830-4AA2-8672-5EA90D461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32E3B-EB03-4233-A76B-FD6B1E258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532C1-3869-4698-AF28-959117B2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D84E-5CB8-44A7-AE2A-E5903165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2797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8D74D8-B293-4BEB-9447-49080F0D3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EB9D0-07BE-44E6-BBAC-23156B342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5D3D6-406A-4BCF-8F3E-70DF6AD8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8A9A1-2B05-45B2-BDD5-B4C718DE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A8FD7-318C-4566-BB12-2443039F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6778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8CD20-A788-40B4-B387-85FC0FFB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34843-0F93-4805-812E-17BFD9528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589CF-E2CE-4676-9A1C-D385D6B2A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EC388-B517-4BAD-9134-32360E99901B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5D8E4-C71D-4506-B0DB-0837477C9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1EBD-09D8-449A-821D-7FD9934CE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B1C85-F465-43A7-8E65-75B54D018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592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F77D-40DF-4B31-9467-7DA815AE3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30949"/>
            <a:ext cx="9144000" cy="2387600"/>
          </a:xfrm>
        </p:spPr>
        <p:txBody>
          <a:bodyPr/>
          <a:lstStyle/>
          <a:p>
            <a:r>
              <a:rPr lang="en-IE" dirty="0"/>
              <a:t>CONOR DARRAGH AND BRANDON. IT IS US THE BOIS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75765-5DD8-4064-9560-F26382A7D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62584" y="2431606"/>
            <a:ext cx="9144000" cy="1655762"/>
          </a:xfrm>
        </p:spPr>
        <p:txBody>
          <a:bodyPr/>
          <a:lstStyle/>
          <a:p>
            <a:r>
              <a:rPr lang="en-IE" dirty="0"/>
              <a:t>WE ARE TALKING ABOUT CARS AND STUFF</a:t>
            </a:r>
          </a:p>
        </p:txBody>
      </p:sp>
    </p:spTree>
    <p:extLst>
      <p:ext uri="{BB962C8B-B14F-4D97-AF65-F5344CB8AC3E}">
        <p14:creationId xmlns:p14="http://schemas.microsoft.com/office/powerpoint/2010/main" val="2279595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AF1D-7A8C-4907-84C8-DAD888C7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911A7-AD0F-410E-964E-659F4AEB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ITS CARS BUT IN SPACE</a:t>
            </a:r>
          </a:p>
          <a:p>
            <a:r>
              <a:rPr lang="en-IE" dirty="0"/>
              <a:t>ME(CONOR) PERSONALLY WANTED LEAGUE IN SPACE BUT THEY DISAGREED, SO SAD HONESTLY WANT TO CRY :,( (I have never played league)</a:t>
            </a:r>
          </a:p>
        </p:txBody>
      </p:sp>
    </p:spTree>
    <p:extLst>
      <p:ext uri="{BB962C8B-B14F-4D97-AF65-F5344CB8AC3E}">
        <p14:creationId xmlns:p14="http://schemas.microsoft.com/office/powerpoint/2010/main" val="13350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110C-F5A7-4904-86DE-F7F97274F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World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EA246-FF88-4D5F-8CDE-3C427A40F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are split between either the milky way or league in space, LIKE BRO IMAGINE GETTING JUNGLE DIFFED BY A HONDA CIVIC </a:t>
            </a:r>
            <a:r>
              <a:rPr lang="en-IE" dirty="0" err="1"/>
              <a:t>ThAT</a:t>
            </a:r>
            <a:r>
              <a:rPr lang="en-IE"/>
              <a:t> WOULD BE WILDDDDDDDDDDDD.</a:t>
            </a:r>
          </a:p>
        </p:txBody>
      </p:sp>
    </p:spTree>
    <p:extLst>
      <p:ext uri="{BB962C8B-B14F-4D97-AF65-F5344CB8AC3E}">
        <p14:creationId xmlns:p14="http://schemas.microsoft.com/office/powerpoint/2010/main" val="144843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CONOR DARRAGH AND BRANDON. IT IS US THE BOIS</vt:lpstr>
      <vt:lpstr>Elevator Pitch</vt:lpstr>
      <vt:lpstr>World Background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Conor Knight</dc:creator>
  <cp:lastModifiedBy>(Student) - Conor Knight</cp:lastModifiedBy>
  <cp:revision>2</cp:revision>
  <dcterms:created xsi:type="dcterms:W3CDTF">2021-11-12T13:38:32Z</dcterms:created>
  <dcterms:modified xsi:type="dcterms:W3CDTF">2021-11-12T13:47:35Z</dcterms:modified>
</cp:coreProperties>
</file>